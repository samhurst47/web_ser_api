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about what </a:t>
            </a:r>
            <a:r>
              <a:rPr lang="en"/>
              <a:t>project</a:t>
            </a:r>
            <a:r>
              <a:rPr lang="en"/>
              <a:t> is an how f1, lot of data out there but being able to take it and </a:t>
            </a:r>
            <a:r>
              <a:rPr lang="en"/>
              <a:t>interpreter</a:t>
            </a:r>
            <a:r>
              <a:rPr lang="en"/>
              <a:t> in own way is limited.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106e46f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f106e46f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f106e46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f106e46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github :</a:t>
            </a:r>
            <a:r>
              <a:rPr lang="en"/>
              <a:t>central</a:t>
            </a:r>
            <a:r>
              <a:rPr lang="en"/>
              <a:t> point of control </a:t>
            </a:r>
            <a:r>
              <a:rPr lang="en"/>
              <a:t>Commonly</a:t>
            </a:r>
            <a:r>
              <a:rPr lang="en"/>
              <a:t> used and lot of </a:t>
            </a:r>
            <a:r>
              <a:rPr lang="en"/>
              <a:t>experience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Practices : </a:t>
            </a:r>
            <a:r>
              <a:rPr lang="en"/>
              <a:t>Operate</a:t>
            </a:r>
            <a:r>
              <a:rPr lang="en"/>
              <a:t> off </a:t>
            </a:r>
            <a:r>
              <a:rPr lang="en"/>
              <a:t>committing</a:t>
            </a:r>
            <a:r>
              <a:rPr lang="en"/>
              <a:t> once feature is complete and more </a:t>
            </a:r>
            <a:r>
              <a:rPr lang="en"/>
              <a:t>general</a:t>
            </a:r>
            <a:r>
              <a:rPr lang="en"/>
              <a:t> system of </a:t>
            </a:r>
            <a:r>
              <a:rPr lang="en"/>
              <a:t>group</a:t>
            </a:r>
            <a:r>
              <a:rPr lang="en"/>
              <a:t> </a:t>
            </a:r>
            <a:r>
              <a:rPr lang="en"/>
              <a:t>into</a:t>
            </a:r>
            <a:r>
              <a:rPr lang="en"/>
              <a:t> key task as </a:t>
            </a:r>
            <a:r>
              <a:rPr lang="en"/>
              <a:t>creating</a:t>
            </a:r>
            <a:r>
              <a:rPr lang="en"/>
              <a:t> </a:t>
            </a:r>
            <a:r>
              <a:rPr lang="en"/>
              <a:t>initial</a:t>
            </a:r>
            <a:r>
              <a:rPr lang="en"/>
              <a:t> lap </a:t>
            </a:r>
            <a:r>
              <a:rPr lang="en"/>
              <a:t>summary</a:t>
            </a:r>
            <a:r>
              <a:rPr lang="en"/>
              <a:t> </a:t>
            </a:r>
            <a:r>
              <a:rPr lang="en"/>
              <a:t>endpoints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Render: allows runs off a selected branch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f106e46f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f106e46f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f106e46f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f106e46f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f106e46f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f106e46f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in GIT REPO https://github.com/SamHurst47/Web_Ser_API/tree/main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TimeSlice F1 API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 Hurst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Stack 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Programming</a:t>
            </a:r>
            <a:r>
              <a:rPr lang="en" sz="1800"/>
              <a:t> </a:t>
            </a:r>
            <a:r>
              <a:rPr lang="en" sz="1800"/>
              <a:t>Language</a:t>
            </a:r>
            <a:r>
              <a:rPr lang="en" sz="1800"/>
              <a:t> : Python (3.13)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Libraries</a:t>
            </a:r>
            <a:r>
              <a:rPr lang="en" sz="1800"/>
              <a:t> and Frameworks: Fats APi, SQL</a:t>
            </a:r>
            <a:r>
              <a:rPr lang="en" sz="1800"/>
              <a:t>Alchemy, Pedantic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Database: Azure (POSTSQL)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Hosting: Render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External</a:t>
            </a:r>
            <a:r>
              <a:rPr lang="en" sz="1800"/>
              <a:t> </a:t>
            </a:r>
            <a:r>
              <a:rPr lang="en" sz="1800"/>
              <a:t>Resources</a:t>
            </a:r>
            <a:r>
              <a:rPr lang="en" sz="1800"/>
              <a:t>: Open F1 API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 Control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116450" y="1959450"/>
            <a:ext cx="318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Primary Tool: Github </a:t>
            </a:r>
            <a:r>
              <a:rPr lang="en" sz="2200"/>
              <a:t>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Commit &amp; Branching Practices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Allows Automated Hosting: Render</a:t>
            </a:r>
            <a:endParaRPr sz="2200"/>
          </a:p>
        </p:txBody>
      </p:sp>
      <p:pic>
        <p:nvPicPr>
          <p:cNvPr id="100" name="Google Shape;100;p15" title="Screenshot 2026-03-11 at 16.45.46.png"/>
          <p:cNvPicPr preferRelativeResize="0"/>
          <p:nvPr/>
        </p:nvPicPr>
        <p:blipFill rotWithShape="1">
          <a:blip r:embed="rId3">
            <a:alphaModFix/>
          </a:blip>
          <a:srcRect b="0" l="20232" r="3820" t="0"/>
          <a:stretch/>
        </p:blipFill>
        <p:spPr>
          <a:xfrm>
            <a:off x="3497600" y="1083450"/>
            <a:ext cx="5503499" cy="29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Documentation 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3501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Swagger UI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Dual Documentation: Redoc, Doc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Examples and </a:t>
            </a:r>
            <a:r>
              <a:rPr lang="en" sz="1800"/>
              <a:t>Requirements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Standardised</a:t>
            </a:r>
            <a:r>
              <a:rPr lang="en" sz="1800"/>
              <a:t> Result</a:t>
            </a:r>
            <a:endParaRPr sz="1800"/>
          </a:p>
        </p:txBody>
      </p:sp>
      <p:pic>
        <p:nvPicPr>
          <p:cNvPr id="107" name="Google Shape;107;p16" title="Screenshot 2026-03-11 at 16.54.21.png"/>
          <p:cNvPicPr preferRelativeResize="0"/>
          <p:nvPr/>
        </p:nvPicPr>
        <p:blipFill rotWithShape="1">
          <a:blip r:embed="rId3">
            <a:alphaModFix/>
          </a:blip>
          <a:srcRect b="0" l="0" r="39624" t="0"/>
          <a:stretch/>
        </p:blipFill>
        <p:spPr>
          <a:xfrm>
            <a:off x="4378975" y="1318650"/>
            <a:ext cx="4642424" cy="29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GenAI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Used </a:t>
            </a:r>
            <a:r>
              <a:rPr lang="en" sz="1800"/>
              <a:t>Throughout</a:t>
            </a:r>
            <a:r>
              <a:rPr lang="en" sz="1800"/>
              <a:t> the </a:t>
            </a:r>
            <a:r>
              <a:rPr lang="en" sz="1800"/>
              <a:t>Process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Used a range of Task specific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Purleixty: </a:t>
            </a:r>
            <a:r>
              <a:rPr lang="en" sz="1800"/>
              <a:t>Technical</a:t>
            </a:r>
            <a:r>
              <a:rPr lang="en" sz="1800"/>
              <a:t> Report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Gemini: </a:t>
            </a:r>
            <a:r>
              <a:rPr lang="en" sz="1800"/>
              <a:t>Coding</a:t>
            </a:r>
            <a:r>
              <a:rPr lang="en" sz="1800"/>
              <a:t>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University</a:t>
            </a:r>
            <a:r>
              <a:rPr lang="en" sz="1800"/>
              <a:t> </a:t>
            </a:r>
            <a:r>
              <a:rPr lang="en" sz="1800"/>
              <a:t>CoPilot</a:t>
            </a:r>
            <a:r>
              <a:rPr lang="en" sz="1800"/>
              <a:t>: </a:t>
            </a:r>
            <a:r>
              <a:rPr lang="en" sz="1800"/>
              <a:t>Initial</a:t>
            </a:r>
            <a:r>
              <a:rPr lang="en" sz="1800"/>
              <a:t> Ideation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Gamma: Presiontion Ideation </a:t>
            </a:r>
            <a:endParaRPr sz="1800"/>
          </a:p>
        </p:txBody>
      </p:sp>
      <p:pic>
        <p:nvPicPr>
          <p:cNvPr descr="Perplexity Free SVG, PNG, and vector... · LobeHub"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150" y="1291975"/>
            <a:ext cx="1513000" cy="151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oogle Gemini icon 2025.svg - Wikimedia Commons"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0750" y="1994897"/>
            <a:ext cx="1244850" cy="1244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pilot Logo and symbol, meaning, history, PNG, brand" id="116" name="Google Shape;11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6875" y="3118300"/>
            <a:ext cx="2688737" cy="15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